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Scholarship notice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6400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914400">
                <a:tc>
                  <a:txBody>
                    <a:bodyPr/>
                    <a:lstStyle/>
                    <a:p>
                      <a: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November 2026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14400" y="2743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Submit application. Bring Student 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